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Project Deployment &amp;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4 | Educational Outcome Prediction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a reproducible ML pipeline</a:t>
            </a:r>
          </a:p>
          <a:p>
            <a:pPr>
              <a:defRPr sz="2200"/>
            </a:pPr>
            <a:r>
              <a:t>Evaluate a classification model</a:t>
            </a:r>
          </a:p>
          <a:p>
            <a:pPr>
              <a:defRPr sz="2200"/>
            </a:pPr>
            <a:r>
              <a:t>Serialize the complete pipeline with Joblib</a:t>
            </a:r>
          </a:p>
          <a:p>
            <a:pPr>
              <a:defRPr sz="2200"/>
            </a:pPr>
            <a:r>
              <a:t>Expose prediction through a Flask JSON API</a:t>
            </a:r>
          </a:p>
          <a:p>
            <a:pPr>
              <a:defRPr sz="2200"/>
            </a:pPr>
            <a:r>
              <a:t>Document testing, limitations, and deployment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STAR98 dataset → feature/target preparation</a:t>
            </a:r>
          </a:p>
          <a:p>
            <a:pPr>
              <a:defRPr sz="2200"/>
            </a:pPr>
            <a:r>
              <a:t>Stratified train/test split</a:t>
            </a:r>
          </a:p>
          <a:p>
            <a:pPr>
              <a:defRPr sz="2200"/>
            </a:pPr>
            <a:r>
              <a:t>Median imputation + standardization</a:t>
            </a:r>
          </a:p>
          <a:p>
            <a:pPr>
              <a:defRPr sz="2200"/>
            </a:pPr>
            <a:r>
              <a:t>Logistic Regression training and evaluation</a:t>
            </a:r>
          </a:p>
          <a:p>
            <a:pPr>
              <a:defRPr sz="2200"/>
            </a:pPr>
            <a:r>
              <a:t>Joblib artifact → Flask /predict endpoint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and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Accuracy, precision, recall, F1-score, ROC-AUC</a:t>
            </a:r>
          </a:p>
          <a:p>
            <a:pPr>
              <a:defRPr sz="2200"/>
            </a:pPr>
            <a:r>
              <a:t>Five-fold cross-validation on training data</a:t>
            </a:r>
          </a:p>
          <a:p>
            <a:pPr>
              <a:defRPr sz="2200"/>
            </a:pPr>
            <a:r>
              <a:t>Confusion matrix and ROC curve generated by code</a:t>
            </a:r>
          </a:p>
          <a:p>
            <a:pPr>
              <a:defRPr sz="2200"/>
            </a:pPr>
            <a:r>
              <a:t>Metrics saved to outputs/evaluation_metrics.json</a:t>
            </a:r>
          </a:p>
          <a:p>
            <a:pPr>
              <a:defRPr sz="2200"/>
            </a:pPr>
            <a:r>
              <a:t>No scores are hard-coded or fabricated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GET /health checks service/model status</a:t>
            </a:r>
          </a:p>
          <a:p>
            <a:pPr>
              <a:defRPr sz="2200"/>
            </a:pPr>
            <a:r>
              <a:t>POST /predict accepts ten numeric features</a:t>
            </a:r>
          </a:p>
          <a:p>
            <a:pPr>
              <a:defRPr sz="2200"/>
            </a:pPr>
            <a:r>
              <a:t>Returns predicted class and probability</a:t>
            </a:r>
          </a:p>
          <a:p>
            <a:pPr>
              <a:defRPr sz="2200"/>
            </a:pPr>
            <a:r>
              <a:t>Invalid input returns HTTP 400</a:t>
            </a:r>
          </a:p>
          <a:p>
            <a:pPr>
              <a:defRPr sz="2200"/>
            </a:pPr>
            <a:r>
              <a:t>Missing model returns HTTP 503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Run: python src/train.py</a:t>
            </a:r>
          </a:p>
          <a:p>
            <a:pPr>
              <a:defRPr sz="2200"/>
            </a:pPr>
            <a:r>
              <a:t>Run: python -m pytest -q</a:t>
            </a:r>
          </a:p>
          <a:p>
            <a:pPr>
              <a:defRPr sz="2200"/>
            </a:pPr>
            <a:r>
              <a:t>Run: python src/app.py</a:t>
            </a:r>
          </a:p>
          <a:p>
            <a:pPr>
              <a:defRPr sz="2200"/>
            </a:pPr>
            <a:r>
              <a:t>Local execution is not public deployment</a:t>
            </a:r>
          </a:p>
          <a:p>
            <a:pPr>
              <a:defRPr sz="2200"/>
            </a:pPr>
            <a:r>
              <a:t>Verify a live endpoint before claiming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Responsible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Target is constructed using a median success-rate threshold</a:t>
            </a:r>
          </a:p>
          <a:p>
            <a:pPr>
              <a:defRPr sz="2200"/>
            </a:pPr>
            <a:r>
              <a:t>Dataset is small and observational</a:t>
            </a:r>
          </a:p>
          <a:p>
            <a:pPr>
              <a:defRPr sz="2200"/>
            </a:pPr>
            <a:r>
              <a:t>Test metrics may not generalize to new populations</a:t>
            </a:r>
          </a:p>
          <a:p>
            <a:pPr>
              <a:defRPr sz="2200"/>
            </a:pPr>
            <a:r>
              <a:t>Educational demonstration only—not for consequential decisions</a:t>
            </a:r>
          </a:p>
          <a:p>
            <a:pPr>
              <a:defRPr sz="2200"/>
            </a:pPr>
            <a:r>
              <a:t>Load only trusted Joblib artifacts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